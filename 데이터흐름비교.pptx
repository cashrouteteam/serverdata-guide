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상품 수집 데이터 흐름 비교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방식 vs 개선 방식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3474720"/>
            <a:ext cx="3108960" cy="1005840"/>
          </a:xfrm>
          <a:prstGeom prst="rect">
            <a:avLst/>
          </a:prstGeom>
          <a:solidFill>
            <a:srgbClr val="7F1D1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703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3611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현재: 동기 처리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이미지 업로드 완료까지 대기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937760" y="3474720"/>
            <a:ext cx="3108960" cy="1005840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703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3611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개선: 비동기 처리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즉시 응답 + 백그라운드 업로드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방식: 동기 처리 (프로그램 멈춤)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7772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88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972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1097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프로그램에서 상품 수집 클릭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이미지 30장 포함 (base64)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19072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1874520"/>
            <a:ext cx="7772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18745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87452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서버로 전체 데이터 전송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이미지 데이터 포함 약 15~50MB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086600" y="2039112"/>
            <a:ext cx="10972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1"/>
          <p:cNvSpPr/>
          <p:nvPr/>
        </p:nvSpPr>
        <p:spPr>
          <a:xfrm>
            <a:off x="7086600" y="20391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1~3초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496312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5800" y="2651760"/>
            <a:ext cx="7772400" cy="64008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346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874520" y="265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Google Drive에 이미지 업로드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이미지 1장당 API 2회 호출 × 30장 = 60회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086600" y="2816352"/>
            <a:ext cx="10972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17"/>
          <p:cNvSpPr/>
          <p:nvPr/>
        </p:nvSpPr>
        <p:spPr>
          <a:xfrm>
            <a:off x="7086600" y="28163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5~30초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273552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85800" y="3429000"/>
            <a:ext cx="7772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61188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17320" y="34290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1874520" y="3429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DB에 URL 저장 후 응답 반환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모든 업로드 완료 후에야 응답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7086600" y="3593592"/>
            <a:ext cx="10972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3"/>
          <p:cNvSpPr/>
          <p:nvPr/>
        </p:nvSpPr>
        <p:spPr>
          <a:xfrm>
            <a:off x="7086600" y="3593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0.1초</a:t>
            </a:r>
            <a:endParaRPr lang="en-US" sz="11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4050792"/>
            <a:ext cx="274320" cy="27432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85800" y="4206240"/>
            <a:ext cx="7772400" cy="64008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389120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417320" y="4206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187452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프로그램이 응답 받고 다음 동작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총 대기: 6~33초 동안 화면 멈춤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685800" y="4572000"/>
            <a:ext cx="7772400" cy="4114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636008"/>
            <a:ext cx="274320" cy="27432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371600" y="4572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사용자는 전체 과정이 끝날 때까지 아무것도 할 수 없음 → 프로그램 버벅거림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개선 방식: 비동기 처리 (즉시 응답)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사용자 경험 (0.5초)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645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상품 수집 클릭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이미지 포함 데이터 전송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8229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0.3초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4028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24231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42316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메타데이터 즉시 저장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이미지는 임시 저장만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383280" y="2606040"/>
            <a:ext cx="8229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5"/>
          <p:cNvSpPr/>
          <p:nvPr/>
        </p:nvSpPr>
        <p:spPr>
          <a:xfrm>
            <a:off x="3383280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0.1초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017520"/>
            <a:ext cx="228600" cy="228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57200" y="320040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57200" y="320040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832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"저장 완료" 즉시 응답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프로그램 바로 다음 작업 가능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383280" y="3383280"/>
            <a:ext cx="8229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1"/>
          <p:cNvSpPr/>
          <p:nvPr/>
        </p:nvSpPr>
        <p:spPr>
          <a:xfrm>
            <a:off x="3383280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0.1초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3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백그라운드 처리 (사용자 모름)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4846320" y="164592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46320" y="1645920"/>
            <a:ext cx="54864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Shape 26"/>
          <p:cNvSpPr/>
          <p:nvPr/>
        </p:nvSpPr>
        <p:spPr>
          <a:xfrm>
            <a:off x="5029200" y="173736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82880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62356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이미지 업로드 큐에 등록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우선순위 기반 순서 처리</a:t>
            </a:r>
            <a:endParaRPr lang="en-US" sz="1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2240280"/>
            <a:ext cx="228600" cy="2286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4846320" y="24231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4846320" y="2423160"/>
            <a:ext cx="54864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9" name="Shape 30"/>
          <p:cNvSpPr/>
          <p:nvPr/>
        </p:nvSpPr>
        <p:spPr>
          <a:xfrm>
            <a:off x="5029200" y="25146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260604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623560" y="2423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Google Drive / R2에 업로드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백그라운드에서 순차 처리</a:t>
            </a:r>
            <a:endParaRPr lang="en-US" sz="12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017520"/>
            <a:ext cx="228600" cy="22860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4846320" y="320040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4846320" y="3200400"/>
            <a:ext cx="54864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5" name="Shape 34"/>
          <p:cNvSpPr/>
          <p:nvPr/>
        </p:nvSpPr>
        <p:spPr>
          <a:xfrm>
            <a:off x="5029200" y="32918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3383280"/>
            <a:ext cx="274320" cy="27432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623560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완료 시 DB URL 업데이트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사용자 조회 시 자동 반영</a:t>
            </a:r>
            <a:endParaRPr lang="en-US" sz="1200" dirty="0"/>
          </a:p>
        </p:txBody>
      </p:sp>
      <p:sp>
        <p:nvSpPr>
          <p:cNvPr id="48" name="Shape 36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4297680"/>
            <a:ext cx="411480" cy="41148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1371600" y="416052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결과: 사용자는 0.5초 만에 다음 작업 진행 가능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이미지가 아직 업로드 중이어도 상품 목록 조회·편집 모두 가능 (임시 이미지 표시 → 업로드 완료 시 자동 교체)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한눈에 비교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7F1D1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현재 방식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수집 클릭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34440" y="1920240"/>
            <a:ext cx="731520" cy="365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서버 전송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1920240"/>
            <a:ext cx="201168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GDrive 업로드 (대기...)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69080" y="1920240"/>
            <a:ext cx="3657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응답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46304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프로그램 멈춤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" y="2834640"/>
            <a:ext cx="3383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4592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6~33초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사용자 대기 시간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6~33초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동시 수집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불가능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API 제한 영향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직접 영향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프로그램 상태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432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멈춤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66344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개선 방식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4937760" y="1920240"/>
            <a:ext cx="4572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493776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수집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440680" y="1920240"/>
            <a:ext cx="2743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7"/>
          <p:cNvSpPr/>
          <p:nvPr/>
        </p:nvSpPr>
        <p:spPr>
          <a:xfrm>
            <a:off x="54406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저장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760720" y="1920240"/>
            <a:ext cx="3657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/>
          <p:nvPr/>
        </p:nvSpPr>
        <p:spPr>
          <a:xfrm>
            <a:off x="576072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응답!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400800" y="1920240"/>
            <a:ext cx="2011680" cy="3657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백그라운드 업로드</a:t>
            </a:r>
            <a:endParaRPr lang="en-US" sz="8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320040" cy="32004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93776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바로 사용 가능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937760" y="28346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12064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0.5초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9377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사용자 대기 시간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04088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0.5초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93776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동시 수집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70408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가능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493776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API 제한 영향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704088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없음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93776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프로그램 상태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704088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정상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핵심: 저장소를 바꾸는 것이 아니라 응답과 업로드를 분리하는 것이 해결책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흐름 비교: 현재 방식 vs 개선 방식</dc:title>
  <dc:subject>PptxGenJS Presentation</dc:subject>
  <dc:creator>Claude</dc:creator>
  <cp:lastModifiedBy>Claude</cp:lastModifiedBy>
  <cp:revision>1</cp:revision>
  <dcterms:created xsi:type="dcterms:W3CDTF">2026-02-27T04:55:57Z</dcterms:created>
  <dcterms:modified xsi:type="dcterms:W3CDTF">2026-02-27T04:55:57Z</dcterms:modified>
</cp:coreProperties>
</file>